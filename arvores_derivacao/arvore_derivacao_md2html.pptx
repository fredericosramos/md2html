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14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A008-45F7-D1FB-F120-160BDBDEE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2026E-3A71-20F8-199C-7D9FA53BF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1BE6F-8B5F-08A6-42CD-B0557CC6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70CAE-5952-DF4D-6724-ADAC592D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FC20C-A05E-00CE-A462-0A9265B5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87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6876-D595-19BF-88F7-1536E3ED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4AD4-8097-0776-DFA8-1A6E4B0A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73957-AE02-6F42-B917-E36BE8BF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82855-B4E2-BC86-F88F-9D184A766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D7A54-E132-4672-AA5D-1AE97416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0005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0CBF-B1D9-E2B6-1663-39348BD55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7B2A5-B352-D46F-16DC-30218E58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E641-E92C-A8E6-5C42-D21F7BAF0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D7A92-6EF1-E667-DAB6-32C85C0A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ADAFB-8539-C910-E7E9-EC5533DC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5641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388C-2064-E8F2-8B0E-3EC5A4D6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87BF2-7D02-F6C3-AFCF-E90CEE9A0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EDFEB-E564-4916-A6A0-9665C95F3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149F4-CDD6-2DE7-C37D-E4E321E5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4AAFB-A588-236E-D5EC-1DE15D91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1B4F2-0B97-EC07-D7A7-C7538E25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8011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4D55-94EA-CE42-1BC9-D3CEC14D5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4AB4E-4141-8A1E-8827-6B9412FA6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F695E-37C1-C898-48D5-76C381473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6FDCE-B45B-5390-8A4B-16CD49D04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A763B-DDBF-C6EA-8DAB-4EC1810D9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FA385-672B-0B74-6DFE-AC4AD6A2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088BC2-FBE2-1989-48D0-315CE8C0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49219-9748-8FF8-31A3-29CDA653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6684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0C77-C864-D1E4-ECA7-D2681258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6D631-30D0-02F5-F458-804F251F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BE746-67CE-D939-1279-A8162019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AA096-59CD-1FCB-5686-235D72E7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2349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8CBE8-A3E6-06F5-499C-891E5293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20E3E-9A00-2493-783E-02617A29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3ACC2-3DE8-DD79-FDFF-58F7DD25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9465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0847-87C5-5E17-428E-2809DD90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F5C27-889C-0F82-24F6-15FBEFAEF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481B2-8AF9-0785-2504-2E4C76DFF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7B13B-33D5-DE02-C895-E2CD327F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8E483-C8EA-EFC3-D8E7-D465D2CB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2B464-D285-5E9A-3D63-71A63FFD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223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3195-7336-BBC7-8F88-B41DBFB7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D7B06E-7F42-B1FE-808D-84AE8CCA0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F471B-B69A-0336-180B-D6117593D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85A9-6BF4-3C22-7B15-D81A942C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1EA92-24F1-0C6C-E999-8DD9A7E3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10DC6-CE1F-E85E-8844-33644A2A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9109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0228-1466-D04B-85D0-19DE7EAC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0A397-6872-6353-59FE-F364D6361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845B5-2509-2357-F9CC-2C4D86F0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22CCE-3EE5-EA3D-FA56-D0B4C53F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31597-546D-2134-AF7E-267FDACE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530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F98B5C-13EF-608D-4AAA-26A0F78E2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C477D-C1D8-6F64-EE1D-A17024073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8C0B6-C13E-225F-C8CF-FE0F6CF2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45D19-2865-E88F-71D6-BCB754B5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9FE75-41EB-9697-6322-210C2E5B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5496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2B321-2D51-6401-E290-2B70F27F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F123F-1D83-5159-8CA5-F38D41585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1CB91-3609-AF6E-0651-7F1120E9C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7BBBB-60DC-744C-A797-8755354A29B7}" type="datetimeFigureOut">
              <a:rPr lang="en-BR" smtClean="0"/>
              <a:t>28/05/26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02EF0-444B-F9D9-6A8B-296A86210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66EE8-B253-9FB0-814D-DC04C4D5D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48CBE-808A-A24C-BDB4-67A5BF52329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5329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64DDAC-7336-EFB1-BA63-ACB9CF3A675D}"/>
              </a:ext>
            </a:extLst>
          </p:cNvPr>
          <p:cNvSpPr txBox="1"/>
          <p:nvPr/>
        </p:nvSpPr>
        <p:spPr>
          <a:xfrm>
            <a:off x="3924218" y="631754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document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32D61-E678-A1F5-A0D7-DB3E4B91C738}"/>
              </a:ext>
            </a:extLst>
          </p:cNvPr>
          <p:cNvSpPr txBox="1"/>
          <p:nvPr/>
        </p:nvSpPr>
        <p:spPr>
          <a:xfrm>
            <a:off x="3924218" y="1310655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6263A-E9EA-EC44-2F63-52EFC4CF61B1}"/>
              </a:ext>
            </a:extLst>
          </p:cNvPr>
          <p:cNvSpPr txBox="1"/>
          <p:nvPr/>
        </p:nvSpPr>
        <p:spPr>
          <a:xfrm>
            <a:off x="3924218" y="1926202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FFB8A-E1B4-ECF6-89DD-6010FC3CF83F}"/>
              </a:ext>
            </a:extLst>
          </p:cNvPr>
          <p:cNvSpPr txBox="1"/>
          <p:nvPr/>
        </p:nvSpPr>
        <p:spPr>
          <a:xfrm>
            <a:off x="3924218" y="2560853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paragraph</a:t>
            </a:r>
            <a:endParaRPr lang="pt-B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2802D-7B01-A2B9-F885-A76A8E50E5C6}"/>
              </a:ext>
            </a:extLst>
          </p:cNvPr>
          <p:cNvSpPr txBox="1"/>
          <p:nvPr/>
        </p:nvSpPr>
        <p:spPr>
          <a:xfrm>
            <a:off x="3924218" y="3249853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para_content</a:t>
            </a:r>
            <a:endParaRPr lang="pt-B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F2B8C-3B83-C295-48F2-059D566D4646}"/>
              </a:ext>
            </a:extLst>
          </p:cNvPr>
          <p:cNvSpPr txBox="1"/>
          <p:nvPr/>
        </p:nvSpPr>
        <p:spPr>
          <a:xfrm>
            <a:off x="3829730" y="3938853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Inline_elements</a:t>
            </a:r>
            <a:endParaRPr lang="pt-B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7D6262-06F9-CE9C-9C13-5DD65E712528}"/>
              </a:ext>
            </a:extLst>
          </p:cNvPr>
          <p:cNvSpPr txBox="1"/>
          <p:nvPr/>
        </p:nvSpPr>
        <p:spPr>
          <a:xfrm>
            <a:off x="3829730" y="4677985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Inline_element</a:t>
            </a:r>
            <a:endParaRPr lang="pt-B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C5C86C-810E-183F-7055-0532AA120653}"/>
              </a:ext>
            </a:extLst>
          </p:cNvPr>
          <p:cNvCxnSpPr>
            <a:cxnSpLocks/>
          </p:cNvCxnSpPr>
          <p:nvPr/>
        </p:nvCxnSpPr>
        <p:spPr>
          <a:xfrm>
            <a:off x="4661909" y="990987"/>
            <a:ext cx="0" cy="2356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7CE4BC3-1367-0B28-86E6-BB32DE568759}"/>
              </a:ext>
            </a:extLst>
          </p:cNvPr>
          <p:cNvSpPr txBox="1"/>
          <p:nvPr/>
        </p:nvSpPr>
        <p:spPr>
          <a:xfrm>
            <a:off x="229277" y="168384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Sample 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8C10B2-B5AD-472E-0EB6-C6692D5276BD}"/>
              </a:ext>
            </a:extLst>
          </p:cNvPr>
          <p:cNvSpPr txBox="1"/>
          <p:nvPr/>
        </p:nvSpPr>
        <p:spPr>
          <a:xfrm>
            <a:off x="1867266" y="5736087"/>
            <a:ext cx="8741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Início do .</a:t>
            </a:r>
            <a:r>
              <a:rPr lang="pt-BR" dirty="0" err="1"/>
              <a:t>md</a:t>
            </a:r>
            <a:r>
              <a:rPr lang="pt-BR" dirty="0"/>
              <a:t> </a:t>
            </a:r>
            <a:r>
              <a:rPr lang="pt-BR" dirty="0">
                <a:sym typeface="Wingdings" pitchFamily="2" charset="2"/>
              </a:rPr>
              <a:t>----------------------------------------------------------------------</a:t>
            </a:r>
            <a:r>
              <a:rPr lang="pt-BR" dirty="0"/>
              <a:t>Final do .</a:t>
            </a:r>
            <a:r>
              <a:rPr lang="pt-BR" dirty="0" err="1"/>
              <a:t>md</a:t>
            </a:r>
            <a:endParaRPr lang="pt-B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5FDCA5-A203-0BAB-4163-52B08DE15069}"/>
              </a:ext>
            </a:extLst>
          </p:cNvPr>
          <p:cNvSpPr txBox="1"/>
          <p:nvPr/>
        </p:nvSpPr>
        <p:spPr>
          <a:xfrm>
            <a:off x="3762818" y="6116810"/>
            <a:ext cx="535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*Começando o desenho da árvore pelo final</a:t>
            </a:r>
            <a:endParaRPr lang="en-BR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FFC9DA5-6DCB-722A-EDDF-760B4713AA6B}"/>
              </a:ext>
            </a:extLst>
          </p:cNvPr>
          <p:cNvCxnSpPr>
            <a:cxnSpLocks/>
          </p:cNvCxnSpPr>
          <p:nvPr/>
        </p:nvCxnSpPr>
        <p:spPr>
          <a:xfrm>
            <a:off x="4691422" y="1664619"/>
            <a:ext cx="0" cy="225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8FB8577-3611-DED3-BB71-3C70028B4922}"/>
              </a:ext>
            </a:extLst>
          </p:cNvPr>
          <p:cNvCxnSpPr>
            <a:cxnSpLocks/>
          </p:cNvCxnSpPr>
          <p:nvPr/>
        </p:nvCxnSpPr>
        <p:spPr>
          <a:xfrm>
            <a:off x="4691422" y="2328152"/>
            <a:ext cx="0" cy="225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E90B78B-8624-6D06-C8EA-EBC64DB437D3}"/>
              </a:ext>
            </a:extLst>
          </p:cNvPr>
          <p:cNvCxnSpPr>
            <a:cxnSpLocks/>
          </p:cNvCxnSpPr>
          <p:nvPr/>
        </p:nvCxnSpPr>
        <p:spPr>
          <a:xfrm>
            <a:off x="4691422" y="2991685"/>
            <a:ext cx="0" cy="225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2B5336-678A-BD16-AC90-C9117AE2CD79}"/>
              </a:ext>
            </a:extLst>
          </p:cNvPr>
          <p:cNvCxnSpPr>
            <a:cxnSpLocks/>
          </p:cNvCxnSpPr>
          <p:nvPr/>
        </p:nvCxnSpPr>
        <p:spPr>
          <a:xfrm>
            <a:off x="4691422" y="3655218"/>
            <a:ext cx="0" cy="225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1E5B11D-342D-85AF-DB52-AC1C4D55BC34}"/>
              </a:ext>
            </a:extLst>
          </p:cNvPr>
          <p:cNvCxnSpPr>
            <a:cxnSpLocks/>
          </p:cNvCxnSpPr>
          <p:nvPr/>
        </p:nvCxnSpPr>
        <p:spPr>
          <a:xfrm>
            <a:off x="4691422" y="4318752"/>
            <a:ext cx="0" cy="225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5C5E471-AE6C-DDDC-DCCC-3C7ED7A3F140}"/>
              </a:ext>
            </a:extLst>
          </p:cNvPr>
          <p:cNvSpPr txBox="1"/>
          <p:nvPr/>
        </p:nvSpPr>
        <p:spPr>
          <a:xfrm>
            <a:off x="8362844" y="1002560"/>
            <a:ext cx="2319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document → blocks</a:t>
            </a:r>
            <a:endParaRPr lang="en-BR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B8849F-F6DE-BA15-2539-35ADB4FB464B}"/>
              </a:ext>
            </a:extLst>
          </p:cNvPr>
          <p:cNvSpPr txBox="1"/>
          <p:nvPr/>
        </p:nvSpPr>
        <p:spPr>
          <a:xfrm>
            <a:off x="8362844" y="1657877"/>
            <a:ext cx="2319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blocks → block</a:t>
            </a:r>
            <a:endParaRPr lang="en-BR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B9349-BD4A-82AD-A6A9-C0DD98D05AEB}"/>
              </a:ext>
            </a:extLst>
          </p:cNvPr>
          <p:cNvSpPr txBox="1"/>
          <p:nvPr/>
        </p:nvSpPr>
        <p:spPr>
          <a:xfrm>
            <a:off x="6957750" y="2274868"/>
            <a:ext cx="5129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block → … | </a:t>
            </a:r>
            <a:r>
              <a:rPr lang="en-US" sz="1400" dirty="0">
                <a:highlight>
                  <a:srgbClr val="FFFF00"/>
                </a:highlight>
              </a:rPr>
              <a:t>paragraph</a:t>
            </a:r>
            <a:r>
              <a:rPr lang="en-US" sz="1400" dirty="0"/>
              <a:t> | </a:t>
            </a:r>
            <a:r>
              <a:rPr lang="en-US" sz="1400" dirty="0" err="1"/>
              <a:t>code_block</a:t>
            </a:r>
            <a:r>
              <a:rPr lang="en-US" sz="1400" dirty="0"/>
              <a:t> | table | …</a:t>
            </a:r>
            <a:endParaRPr lang="en-BR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3CB0B4-6588-066C-0114-91505E9910B6}"/>
              </a:ext>
            </a:extLst>
          </p:cNvPr>
          <p:cNvSpPr txBox="1"/>
          <p:nvPr/>
        </p:nvSpPr>
        <p:spPr>
          <a:xfrm>
            <a:off x="6288574" y="2930185"/>
            <a:ext cx="579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paragraph → </a:t>
            </a:r>
            <a:r>
              <a:rPr lang="en-US" sz="1400" dirty="0" err="1"/>
              <a:t>para_content</a:t>
            </a:r>
            <a:r>
              <a:rPr lang="en-US" sz="1400" dirty="0"/>
              <a:t> DBL_NEWLINE | </a:t>
            </a:r>
            <a:r>
              <a:rPr lang="en-US" sz="1400" dirty="0" err="1">
                <a:highlight>
                  <a:srgbClr val="FFFF00"/>
                </a:highlight>
              </a:rPr>
              <a:t>para_content</a:t>
            </a:r>
            <a:endParaRPr lang="en-BR" sz="1400" dirty="0">
              <a:highlight>
                <a:srgbClr val="FFFF00"/>
              </a:highligh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4FC112-C404-E734-B850-48E4C1BB31E8}"/>
              </a:ext>
            </a:extLst>
          </p:cNvPr>
          <p:cNvSpPr txBox="1"/>
          <p:nvPr/>
        </p:nvSpPr>
        <p:spPr>
          <a:xfrm>
            <a:off x="6288574" y="3610207"/>
            <a:ext cx="579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para_content</a:t>
            </a:r>
            <a:r>
              <a:rPr lang="en-US" sz="1400" dirty="0"/>
              <a:t> → </a:t>
            </a:r>
            <a:r>
              <a:rPr lang="en-US" sz="1400" dirty="0" err="1"/>
              <a:t>inline_elements</a:t>
            </a:r>
            <a:endParaRPr lang="en-BR" sz="1400" dirty="0">
              <a:highlight>
                <a:srgbClr val="FF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F78E71-4EA2-FE61-4292-4DE5201FFC6B}"/>
              </a:ext>
            </a:extLst>
          </p:cNvPr>
          <p:cNvSpPr txBox="1"/>
          <p:nvPr/>
        </p:nvSpPr>
        <p:spPr>
          <a:xfrm>
            <a:off x="6214751" y="4277637"/>
            <a:ext cx="579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inline_elements</a:t>
            </a:r>
            <a:r>
              <a:rPr lang="en-US" sz="1400" dirty="0"/>
              <a:t> → </a:t>
            </a:r>
            <a:r>
              <a:rPr lang="en-US" sz="1400" dirty="0" err="1"/>
              <a:t>inline_element</a:t>
            </a:r>
            <a:endParaRPr lang="en-BR" sz="1400" dirty="0">
              <a:highlight>
                <a:srgbClr val="FFFF00"/>
              </a:highlight>
            </a:endParaRPr>
          </a:p>
        </p:txBody>
      </p:sp>
      <p:sp>
        <p:nvSpPr>
          <p:cNvPr id="78" name="Right Arrow 77">
            <a:extLst>
              <a:ext uri="{FF2B5EF4-FFF2-40B4-BE49-F238E27FC236}">
                <a16:creationId xmlns:a16="http://schemas.microsoft.com/office/drawing/2014/main" id="{F60EA730-DF75-57BB-5D8F-FA45DC307879}"/>
              </a:ext>
            </a:extLst>
          </p:cNvPr>
          <p:cNvSpPr/>
          <p:nvPr/>
        </p:nvSpPr>
        <p:spPr>
          <a:xfrm rot="10800000">
            <a:off x="5399601" y="1027612"/>
            <a:ext cx="3066761" cy="235646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000"/>
          </a:p>
        </p:txBody>
      </p:sp>
      <p:sp>
        <p:nvSpPr>
          <p:cNvPr id="80" name="Right Arrow 79">
            <a:extLst>
              <a:ext uri="{FF2B5EF4-FFF2-40B4-BE49-F238E27FC236}">
                <a16:creationId xmlns:a16="http://schemas.microsoft.com/office/drawing/2014/main" id="{0660AACC-C2B0-EBA8-3E78-F2CCC5754497}"/>
              </a:ext>
            </a:extLst>
          </p:cNvPr>
          <p:cNvSpPr/>
          <p:nvPr/>
        </p:nvSpPr>
        <p:spPr>
          <a:xfrm rot="10800000">
            <a:off x="5399600" y="1693942"/>
            <a:ext cx="3066761" cy="235646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000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8B0BA2BB-FCDF-665A-9329-03F9DC98636B}"/>
              </a:ext>
            </a:extLst>
          </p:cNvPr>
          <p:cNvSpPr/>
          <p:nvPr/>
        </p:nvSpPr>
        <p:spPr>
          <a:xfrm rot="10800000">
            <a:off x="5399599" y="2313816"/>
            <a:ext cx="2262840" cy="235646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000"/>
          </a:p>
        </p:txBody>
      </p:sp>
      <p:sp>
        <p:nvSpPr>
          <p:cNvPr id="82" name="Right Arrow 81">
            <a:extLst>
              <a:ext uri="{FF2B5EF4-FFF2-40B4-BE49-F238E27FC236}">
                <a16:creationId xmlns:a16="http://schemas.microsoft.com/office/drawing/2014/main" id="{0E454470-0AAB-E1B4-67CF-C3E98B54ECCB}"/>
              </a:ext>
            </a:extLst>
          </p:cNvPr>
          <p:cNvSpPr/>
          <p:nvPr/>
        </p:nvSpPr>
        <p:spPr>
          <a:xfrm rot="10800000">
            <a:off x="5399598" y="3010048"/>
            <a:ext cx="1558152" cy="235646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000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2AF3CE18-59C9-2BF8-3008-BE876454DD35}"/>
              </a:ext>
            </a:extLst>
          </p:cNvPr>
          <p:cNvSpPr/>
          <p:nvPr/>
        </p:nvSpPr>
        <p:spPr>
          <a:xfrm rot="10800000">
            <a:off x="5399597" y="3674164"/>
            <a:ext cx="2430664" cy="235646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000"/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6E2D06C5-A4DF-AF51-F476-668D5730E794}"/>
              </a:ext>
            </a:extLst>
          </p:cNvPr>
          <p:cNvSpPr/>
          <p:nvPr/>
        </p:nvSpPr>
        <p:spPr>
          <a:xfrm rot="10800000">
            <a:off x="5399597" y="4373429"/>
            <a:ext cx="2384364" cy="235646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000"/>
          </a:p>
        </p:txBody>
      </p:sp>
    </p:spTree>
    <p:extLst>
      <p:ext uri="{BB962C8B-B14F-4D97-AF65-F5344CB8AC3E}">
        <p14:creationId xmlns:p14="http://schemas.microsoft.com/office/powerpoint/2010/main" val="317827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6D8D-92C4-35B2-8729-AF8EDEE5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2B3858-25AD-E61A-0782-1E9D682D6B02}"/>
              </a:ext>
            </a:extLst>
          </p:cNvPr>
          <p:cNvSpPr txBox="1"/>
          <p:nvPr/>
        </p:nvSpPr>
        <p:spPr>
          <a:xfrm>
            <a:off x="5040946" y="665207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document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7646C-2C67-18D4-F2D6-0A863FA72B44}"/>
              </a:ext>
            </a:extLst>
          </p:cNvPr>
          <p:cNvSpPr txBox="1"/>
          <p:nvPr/>
        </p:nvSpPr>
        <p:spPr>
          <a:xfrm>
            <a:off x="4504498" y="1195559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DC70-7707-9EF6-A425-3136FF709169}"/>
              </a:ext>
            </a:extLst>
          </p:cNvPr>
          <p:cNvSpPr txBox="1"/>
          <p:nvPr/>
        </p:nvSpPr>
        <p:spPr>
          <a:xfrm>
            <a:off x="5656642" y="1195559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1E7C7-21E5-B9BB-0E45-191A16F88C59}"/>
              </a:ext>
            </a:extLst>
          </p:cNvPr>
          <p:cNvSpPr txBox="1"/>
          <p:nvPr/>
        </p:nvSpPr>
        <p:spPr>
          <a:xfrm>
            <a:off x="6638098" y="1590323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paragraph</a:t>
            </a:r>
            <a:endParaRPr lang="pt-B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CF77A-A06A-1C46-24F6-3F6A6BA06E4E}"/>
              </a:ext>
            </a:extLst>
          </p:cNvPr>
          <p:cNvSpPr txBox="1"/>
          <p:nvPr/>
        </p:nvSpPr>
        <p:spPr>
          <a:xfrm>
            <a:off x="7839010" y="2118889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para_content</a:t>
            </a:r>
            <a:endParaRPr lang="pt-B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1226D-BD67-FB64-FB7F-46A0C6CE90BA}"/>
              </a:ext>
            </a:extLst>
          </p:cNvPr>
          <p:cNvSpPr txBox="1"/>
          <p:nvPr/>
        </p:nvSpPr>
        <p:spPr>
          <a:xfrm>
            <a:off x="9015538" y="2672887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Inline_elements</a:t>
            </a:r>
            <a:endParaRPr lang="pt-B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20829-AF27-7D57-9591-258AD15C12F5}"/>
              </a:ext>
            </a:extLst>
          </p:cNvPr>
          <p:cNvSpPr txBox="1"/>
          <p:nvPr/>
        </p:nvSpPr>
        <p:spPr>
          <a:xfrm>
            <a:off x="9015538" y="3410503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Inline_element</a:t>
            </a:r>
            <a:endParaRPr lang="pt-B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076C72-7307-7CB4-3B02-A3A3AFB05050}"/>
              </a:ext>
            </a:extLst>
          </p:cNvPr>
          <p:cNvCxnSpPr>
            <a:endCxn id="6" idx="0"/>
          </p:cNvCxnSpPr>
          <p:nvPr/>
        </p:nvCxnSpPr>
        <p:spPr>
          <a:xfrm>
            <a:off x="6217474" y="1034539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152C7B-4E7E-2E9B-6855-D5A50F1B0D7E}"/>
              </a:ext>
            </a:extLst>
          </p:cNvPr>
          <p:cNvCxnSpPr/>
          <p:nvPr/>
        </p:nvCxnSpPr>
        <p:spPr>
          <a:xfrm>
            <a:off x="6796594" y="1497097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73E312-5DFE-FCCD-1B36-05E5CDF469E2}"/>
              </a:ext>
            </a:extLst>
          </p:cNvPr>
          <p:cNvCxnSpPr/>
          <p:nvPr/>
        </p:nvCxnSpPr>
        <p:spPr>
          <a:xfrm>
            <a:off x="7893874" y="1970308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38364B-B710-7A1C-52EE-C06631BD90A4}"/>
              </a:ext>
            </a:extLst>
          </p:cNvPr>
          <p:cNvCxnSpPr/>
          <p:nvPr/>
        </p:nvCxnSpPr>
        <p:spPr>
          <a:xfrm>
            <a:off x="9015538" y="2511867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987A71-DBF9-1C54-3375-B1EF286C671C}"/>
              </a:ext>
            </a:extLst>
          </p:cNvPr>
          <p:cNvCxnSpPr>
            <a:cxnSpLocks/>
          </p:cNvCxnSpPr>
          <p:nvPr/>
        </p:nvCxnSpPr>
        <p:spPr>
          <a:xfrm>
            <a:off x="9670858" y="3065865"/>
            <a:ext cx="0" cy="217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443499-7A0F-EEEF-38A3-9F75E56CA0B6}"/>
              </a:ext>
            </a:extLst>
          </p:cNvPr>
          <p:cNvCxnSpPr>
            <a:cxnSpLocks/>
          </p:cNvCxnSpPr>
          <p:nvPr/>
        </p:nvCxnSpPr>
        <p:spPr>
          <a:xfrm flipH="1">
            <a:off x="5309170" y="1034539"/>
            <a:ext cx="201168" cy="207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967C9BF-BF47-7976-3BC1-A91969ACB696}"/>
              </a:ext>
            </a:extLst>
          </p:cNvPr>
          <p:cNvSpPr txBox="1"/>
          <p:nvPr/>
        </p:nvSpPr>
        <p:spPr>
          <a:xfrm>
            <a:off x="3562666" y="1701776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0B5E39-9E56-4BE4-6958-516FA15BC016}"/>
              </a:ext>
            </a:extLst>
          </p:cNvPr>
          <p:cNvSpPr txBox="1"/>
          <p:nvPr/>
        </p:nvSpPr>
        <p:spPr>
          <a:xfrm>
            <a:off x="4714810" y="1701776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D82A5-4D53-3F53-4DC8-2EFB61B20439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5351842" y="1550135"/>
            <a:ext cx="161544" cy="151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9D7A1A-C709-7C77-CDCD-8035D2793223}"/>
              </a:ext>
            </a:extLst>
          </p:cNvPr>
          <p:cNvCxnSpPr>
            <a:cxnSpLocks/>
          </p:cNvCxnSpPr>
          <p:nvPr/>
        </p:nvCxnSpPr>
        <p:spPr>
          <a:xfrm flipH="1">
            <a:off x="4714810" y="1529399"/>
            <a:ext cx="167641" cy="1723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15E97ED-08E7-E236-9FAC-7A173405233E}"/>
              </a:ext>
            </a:extLst>
          </p:cNvPr>
          <p:cNvSpPr txBox="1"/>
          <p:nvPr/>
        </p:nvSpPr>
        <p:spPr>
          <a:xfrm>
            <a:off x="5351842" y="2164334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empty_b</a:t>
            </a:r>
            <a:r>
              <a:rPr lang="en-BR" dirty="0"/>
              <a:t>lock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23FA42-5BB6-4AD0-7878-D9AF5D87BDFA}"/>
              </a:ext>
            </a:extLst>
          </p:cNvPr>
          <p:cNvCxnSpPr>
            <a:cxnSpLocks/>
          </p:cNvCxnSpPr>
          <p:nvPr/>
        </p:nvCxnSpPr>
        <p:spPr>
          <a:xfrm>
            <a:off x="5693218" y="2003314"/>
            <a:ext cx="14630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C7D62A5-01D4-0929-84D4-92CA290FE24D}"/>
              </a:ext>
            </a:extLst>
          </p:cNvPr>
          <p:cNvSpPr txBox="1"/>
          <p:nvPr/>
        </p:nvSpPr>
        <p:spPr>
          <a:xfrm>
            <a:off x="2610674" y="2199498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248574-6F18-BB90-BA8A-09E5BE04D7CC}"/>
              </a:ext>
            </a:extLst>
          </p:cNvPr>
          <p:cNvSpPr txBox="1"/>
          <p:nvPr/>
        </p:nvSpPr>
        <p:spPr>
          <a:xfrm>
            <a:off x="3762818" y="2199498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5F0171-4863-5E55-1A73-81F66E16CDE3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4361242" y="2071108"/>
            <a:ext cx="94487" cy="136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5FF6F0-5272-43FA-FCE4-785C2CEB578A}"/>
              </a:ext>
            </a:extLst>
          </p:cNvPr>
          <p:cNvCxnSpPr>
            <a:cxnSpLocks/>
          </p:cNvCxnSpPr>
          <p:nvPr/>
        </p:nvCxnSpPr>
        <p:spPr>
          <a:xfrm flipH="1">
            <a:off x="3657153" y="2049115"/>
            <a:ext cx="321057" cy="158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F8C4979-94D9-0C02-763B-8AE386520B5D}"/>
              </a:ext>
            </a:extLst>
          </p:cNvPr>
          <p:cNvSpPr txBox="1"/>
          <p:nvPr/>
        </p:nvSpPr>
        <p:spPr>
          <a:xfrm>
            <a:off x="4487902" y="2697271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paragraph</a:t>
            </a:r>
            <a:endParaRPr lang="pt-B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FE3043-D2D2-F32F-F4B6-962DD8BD4F1B}"/>
              </a:ext>
            </a:extLst>
          </p:cNvPr>
          <p:cNvSpPr txBox="1"/>
          <p:nvPr/>
        </p:nvSpPr>
        <p:spPr>
          <a:xfrm>
            <a:off x="5688814" y="3225837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para_content</a:t>
            </a:r>
            <a:endParaRPr lang="pt-B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7EE0D0-317B-23F6-D522-019C0D3CA232}"/>
              </a:ext>
            </a:extLst>
          </p:cNvPr>
          <p:cNvSpPr txBox="1"/>
          <p:nvPr/>
        </p:nvSpPr>
        <p:spPr>
          <a:xfrm>
            <a:off x="6865342" y="3779835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Inline_elements</a:t>
            </a:r>
            <a:endParaRPr lang="pt-B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D71AF7-C054-4C5E-98DF-94B77A6BC357}"/>
              </a:ext>
            </a:extLst>
          </p:cNvPr>
          <p:cNvSpPr txBox="1"/>
          <p:nvPr/>
        </p:nvSpPr>
        <p:spPr>
          <a:xfrm>
            <a:off x="6865342" y="4517451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Inline_element</a:t>
            </a:r>
            <a:endParaRPr lang="pt-BR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C7C86B6-4E1F-379B-059A-2E266D92D9FD}"/>
              </a:ext>
            </a:extLst>
          </p:cNvPr>
          <p:cNvCxnSpPr/>
          <p:nvPr/>
        </p:nvCxnSpPr>
        <p:spPr>
          <a:xfrm>
            <a:off x="4646398" y="2604045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D0AAFB9-1955-E53D-013E-991A7D111A4A}"/>
              </a:ext>
            </a:extLst>
          </p:cNvPr>
          <p:cNvCxnSpPr/>
          <p:nvPr/>
        </p:nvCxnSpPr>
        <p:spPr>
          <a:xfrm>
            <a:off x="5743678" y="3077256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50D5E8-A802-55F7-6689-1510FFBA506D}"/>
              </a:ext>
            </a:extLst>
          </p:cNvPr>
          <p:cNvCxnSpPr/>
          <p:nvPr/>
        </p:nvCxnSpPr>
        <p:spPr>
          <a:xfrm>
            <a:off x="6865342" y="3618815"/>
            <a:ext cx="23774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DC00E3-653B-C68B-2A6E-358076D55BD8}"/>
              </a:ext>
            </a:extLst>
          </p:cNvPr>
          <p:cNvCxnSpPr>
            <a:cxnSpLocks/>
          </p:cNvCxnSpPr>
          <p:nvPr/>
        </p:nvCxnSpPr>
        <p:spPr>
          <a:xfrm>
            <a:off x="7520662" y="4172813"/>
            <a:ext cx="0" cy="217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08EF120-508F-DCE2-B0A5-55A3504A6ABE}"/>
              </a:ext>
            </a:extLst>
          </p:cNvPr>
          <p:cNvSpPr txBox="1"/>
          <p:nvPr/>
        </p:nvSpPr>
        <p:spPr>
          <a:xfrm>
            <a:off x="3562666" y="3356805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empty_b</a:t>
            </a:r>
            <a:r>
              <a:rPr lang="en-BR" dirty="0"/>
              <a:t>lock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1B198B-C94E-A463-2436-8A42253367A2}"/>
              </a:ext>
            </a:extLst>
          </p:cNvPr>
          <p:cNvCxnSpPr>
            <a:cxnSpLocks/>
          </p:cNvCxnSpPr>
          <p:nvPr/>
        </p:nvCxnSpPr>
        <p:spPr>
          <a:xfrm>
            <a:off x="3904042" y="3195785"/>
            <a:ext cx="146304" cy="161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689B81D-72D3-1F54-138B-3A8FF63A61AA}"/>
              </a:ext>
            </a:extLst>
          </p:cNvPr>
          <p:cNvSpPr txBox="1"/>
          <p:nvPr/>
        </p:nvSpPr>
        <p:spPr>
          <a:xfrm>
            <a:off x="1812098" y="2765065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1D5D84-ED34-D004-A69D-733D9F0BC6EA}"/>
              </a:ext>
            </a:extLst>
          </p:cNvPr>
          <p:cNvSpPr txBox="1"/>
          <p:nvPr/>
        </p:nvSpPr>
        <p:spPr>
          <a:xfrm>
            <a:off x="2964242" y="2765065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BR" dirty="0"/>
              <a:t>lock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268C408-4D79-18F0-FB4C-155E3E56BEF9}"/>
              </a:ext>
            </a:extLst>
          </p:cNvPr>
          <p:cNvCxnSpPr>
            <a:cxnSpLocks/>
          </p:cNvCxnSpPr>
          <p:nvPr/>
        </p:nvCxnSpPr>
        <p:spPr>
          <a:xfrm>
            <a:off x="3562666" y="2636675"/>
            <a:ext cx="94487" cy="136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1695E5-E117-BE4C-8A4A-CE54717779B0}"/>
              </a:ext>
            </a:extLst>
          </p:cNvPr>
          <p:cNvCxnSpPr>
            <a:cxnSpLocks/>
          </p:cNvCxnSpPr>
          <p:nvPr/>
        </p:nvCxnSpPr>
        <p:spPr>
          <a:xfrm flipH="1">
            <a:off x="2858577" y="2614682"/>
            <a:ext cx="321057" cy="158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3A30D64-9B55-C6FA-A6FD-5E85759CDF25}"/>
              </a:ext>
            </a:extLst>
          </p:cNvPr>
          <p:cNvSpPr txBox="1"/>
          <p:nvPr/>
        </p:nvSpPr>
        <p:spPr>
          <a:xfrm>
            <a:off x="1153053" y="2694121"/>
            <a:ext cx="159715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200" dirty="0"/>
              <a:t>...</a:t>
            </a:r>
            <a:endParaRPr lang="en-BR" sz="7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6381FF-1D00-A815-55A3-DFC604289FEE}"/>
              </a:ext>
            </a:extLst>
          </p:cNvPr>
          <p:cNvSpPr txBox="1"/>
          <p:nvPr/>
        </p:nvSpPr>
        <p:spPr>
          <a:xfrm>
            <a:off x="229277" y="168384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Sample 1</a:t>
            </a:r>
            <a:endParaRPr lang="en-BR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73B27E-5AAF-C595-8F41-9547B3578BAB}"/>
              </a:ext>
            </a:extLst>
          </p:cNvPr>
          <p:cNvSpPr txBox="1"/>
          <p:nvPr/>
        </p:nvSpPr>
        <p:spPr>
          <a:xfrm>
            <a:off x="1867266" y="5736087"/>
            <a:ext cx="8741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Início do .</a:t>
            </a:r>
            <a:r>
              <a:rPr lang="pt-BR" dirty="0" err="1"/>
              <a:t>md</a:t>
            </a:r>
            <a:r>
              <a:rPr lang="pt-BR" dirty="0"/>
              <a:t> </a:t>
            </a:r>
            <a:r>
              <a:rPr lang="pt-BR" dirty="0">
                <a:sym typeface="Wingdings" pitchFamily="2" charset="2"/>
              </a:rPr>
              <a:t>----------------------------------------------------------------------</a:t>
            </a:r>
            <a:r>
              <a:rPr lang="pt-BR" dirty="0"/>
              <a:t>Final do .</a:t>
            </a:r>
            <a:r>
              <a:rPr lang="pt-BR" dirty="0" err="1"/>
              <a:t>md</a:t>
            </a:r>
            <a:endParaRPr lang="pt-B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6926BA-5248-4161-60C9-C00BFE68EE0E}"/>
              </a:ext>
            </a:extLst>
          </p:cNvPr>
          <p:cNvSpPr txBox="1"/>
          <p:nvPr/>
        </p:nvSpPr>
        <p:spPr>
          <a:xfrm>
            <a:off x="3762818" y="6116810"/>
            <a:ext cx="535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*Começando o desenho da árvore pelo final</a:t>
            </a:r>
            <a:endParaRPr lang="en-BR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257878-243A-3330-3CF5-4790A5DF38AD}"/>
              </a:ext>
            </a:extLst>
          </p:cNvPr>
          <p:cNvSpPr txBox="1"/>
          <p:nvPr/>
        </p:nvSpPr>
        <p:spPr>
          <a:xfrm>
            <a:off x="10568680" y="3452725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The </a:t>
            </a:r>
            <a:r>
              <a:rPr lang="pt-BR" dirty="0" err="1">
                <a:highlight>
                  <a:srgbClr val="FFFF00"/>
                </a:highlight>
              </a:rPr>
              <a:t>end</a:t>
            </a:r>
            <a:r>
              <a:rPr lang="pt-BR" dirty="0">
                <a:highlight>
                  <a:srgbClr val="FFFF00"/>
                </a:highlight>
              </a:rPr>
              <a:t> ...</a:t>
            </a:r>
            <a:endParaRPr lang="en-BR" dirty="0">
              <a:highlight>
                <a:srgbClr val="FF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1B9FCE-B5C5-0D93-34E5-9A8621786AB0}"/>
              </a:ext>
            </a:extLst>
          </p:cNvPr>
          <p:cNvSpPr txBox="1"/>
          <p:nvPr/>
        </p:nvSpPr>
        <p:spPr>
          <a:xfrm>
            <a:off x="5877772" y="2433307"/>
            <a:ext cx="1961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highlight>
                  <a:srgbClr val="FFFF00"/>
                </a:highlight>
              </a:rPr>
              <a:t>Fim parágrafo/linha em branco</a:t>
            </a:r>
            <a:endParaRPr lang="en-BR" sz="1200" dirty="0">
              <a:highlight>
                <a:srgbClr val="FFFF00"/>
              </a:highlight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45B37524-4B45-7252-26F5-4D14D7223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361" y="4402251"/>
            <a:ext cx="933443" cy="92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45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157</Words>
  <Application>Microsoft Macintosh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MARCELLO CAVADINHA FONTES MACHADO</dc:creator>
  <cp:lastModifiedBy>JOAO MARCELLO CAVADINHA FONTES MACHADO</cp:lastModifiedBy>
  <cp:revision>1</cp:revision>
  <dcterms:created xsi:type="dcterms:W3CDTF">2026-05-29T02:25:11Z</dcterms:created>
  <dcterms:modified xsi:type="dcterms:W3CDTF">2026-05-29T03:13:18Z</dcterms:modified>
</cp:coreProperties>
</file>